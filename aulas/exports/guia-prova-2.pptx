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7619695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761969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761969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761969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761969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761969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761969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761969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761969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761969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761969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761969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761969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761969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761969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761969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761969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761969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7619695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7619695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761969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